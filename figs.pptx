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"/>
    <p:sldId id="280" r:id="rId4"/>
    <p:sldId id="277" r:id="rId5"/>
    <p:sldId id="279" r:id="rId6"/>
    <p:sldId id="2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7521-9006-A6EA-1EED-C88658D62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DE73B-B47D-A457-25C4-B4E682190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A58E-3C92-D836-1F5C-A9870EFCF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9F22A-F82D-7D86-C5D0-DA82A93F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6EF54-F2AF-479C-7781-C404353C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19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E7540-A0CA-CAE1-5E84-F1002F7E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EA948-5B07-B37F-F16F-0633BC02B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74993-72B2-B634-7A97-C7E4BCE8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FDD4D-3EA8-1348-9B51-68E11D8D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FDD62-7041-BF0B-93EA-B19EBB8F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6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47D6-3ADA-8DCD-3A5B-A684B736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7E7C5-8D3E-DA70-1D43-76F6766F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0D973-A178-C81B-FCCD-5C0A2C99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237AB-875D-4FBA-CD26-4F25BD089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CE787-E3F9-76C3-AA1B-3ED6C231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98C8-C825-E73D-414E-D7D0619F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D5E81-E5BA-ED1E-153B-A4D2F9C1F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AF846-7893-EC6F-0F4E-CD2092931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747B2C-7B9B-F6DD-F0A2-A3878830D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6723A-706A-9EB6-F753-90B907BF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F6722-7DC4-F81B-7B0C-97697DB4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09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2F508-9290-020D-94C2-A011A513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8F642-6AA0-2F19-B611-4A284BC40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7A4BD-5E50-284F-3ABC-C4516C311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D0C60-DD8B-E92D-3E35-0729C19C4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BC346C-C495-9CA0-0939-AD3C55C7D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F69B2F-A32C-7261-9EFB-4F8F467A3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07ED7-61D2-0D80-B9E9-A9516F96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5CD157-9866-AF72-7EB9-85B79CD9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83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00A8-6F28-D31E-189F-C5571172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267CA-EC84-0DBD-CF2F-CF42B3E7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8AB99-7A2C-083F-AE01-5EABC432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3ED80-FD76-F2C9-0C5B-EE72F180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86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0462F-1526-8B40-BBA5-1449DEDDF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E6201A-8DDB-339B-2561-35809D4B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F552A-90E9-27F5-6AD0-9D254CEF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1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3309-A75E-108F-3851-AF9E5B83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33767-46E5-AFFD-E631-921C3D423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F8A10-F77D-C7D8-7B7F-2592CD8F1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43126-4529-2FEA-7DB8-531C1529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08695-5CE2-6ADD-33F3-69043F88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33DE1-0A37-A509-65A3-42A8C947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18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5626-18A2-5308-B28A-9229DF57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F7F3A-7249-6B5F-8F0B-62A2E2BBA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89751-C90F-5E75-0784-987BC47C6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8803E-D632-1D32-E49E-E86587F8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3601D-D091-467B-4F7B-7E0776C4C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2AF35-DC0F-D23E-738A-0588FF94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3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0F8D6-22D2-CF38-34B2-DB660072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DD53C-A84E-5E6B-2878-84B168534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178BA-8080-5121-3A3C-7D2EAF852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26261-D404-7AA9-8F1C-FD9E990A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04025-BB89-A777-8F4A-EDB069CC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90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F24DC5-D78B-643D-E271-4D31814DA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B03C0-A83F-3025-1C07-43A9C4AD6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093E-3EAD-4629-D329-A51BBB63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CA259-80EC-CAF4-441A-0BC1E704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BB038-A77D-C45D-5BE8-05F067DD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10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F8806-A053-F31E-8C3A-048AAA6E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26D39-DCA5-9703-F823-A4F2CCEE3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1AB21-E442-1187-58CE-C1B1F8554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24918-5D8A-A846-BB6B-C52C88DEC05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03891-BE77-95B4-0DC2-CD7F7DE5D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979D6-0F2F-ECEA-7702-547045C6F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AA8BE-486D-2046-BB46-F616D62B3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62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71FB3E-5114-C5B1-7B27-A3EEFE659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35" y="1305891"/>
            <a:ext cx="7207198" cy="3365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E42D28-6DB5-D2DF-64E8-68B0550698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31" b="6454"/>
          <a:stretch>
            <a:fillRect/>
          </a:stretch>
        </p:blipFill>
        <p:spPr>
          <a:xfrm>
            <a:off x="3288440" y="2833576"/>
            <a:ext cx="5439587" cy="1190847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A20BF0-6120-5C01-F7DE-C333C779A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440" y="1642729"/>
            <a:ext cx="2284975" cy="119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16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CFBF4-0DD5-FECD-AE6E-788D82C0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7B642C-FEBC-3FC5-2227-0674F36A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388" y="1457936"/>
            <a:ext cx="3029069" cy="14145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F25723-7F9C-58E2-921A-0B5E89419A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31" b="6454"/>
          <a:stretch>
            <a:fillRect/>
          </a:stretch>
        </p:blipFill>
        <p:spPr>
          <a:xfrm>
            <a:off x="1535156" y="2961041"/>
            <a:ext cx="6166921" cy="1350077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9A11379-99EC-754D-ADD3-1F192E1F8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156" y="1457936"/>
            <a:ext cx="2954768" cy="140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9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D49D4111-A34C-4E3B-7B54-1BB1964BC6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45494531"/>
                  </p:ext>
                </p:extLst>
              </p:nvPr>
            </p:nvGraphicFramePr>
            <p:xfrm>
              <a:off x="3438918" y="2076985"/>
              <a:ext cx="5314163" cy="247010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5314163" cy="2470108"/>
                    </a:xfrm>
                    <a:prstGeom prst="rect">
                      <a:avLst/>
                    </a:prstGeom>
                  </am3d:spPr>
                  <am3d:camera>
                    <am3d:pos x="0" y="0" z="6831658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73" d="1000000"/>
                    <am3d:preTrans dx="-17904247" dy="3518650" dz="3485096"/>
                    <am3d:scale>
                      <am3d:sx n="1000000" d="1000000"/>
                      <am3d:sy n="1000000" d="1000000"/>
                      <am3d:sz n="1000000" d="1000000"/>
                    </am3d:scale>
                    <am3d:rot ax="2373557" ay="-3794150" az="-218467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D49D4111-A34C-4E3B-7B54-1BB1964BC6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38918" y="2076985"/>
                <a:ext cx="5314163" cy="24701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9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24AC58E-465E-24AC-614A-7931357D3079}"/>
              </a:ext>
            </a:extLst>
          </p:cNvPr>
          <p:cNvSpPr/>
          <p:nvPr/>
        </p:nvSpPr>
        <p:spPr>
          <a:xfrm>
            <a:off x="3301176" y="2805544"/>
            <a:ext cx="1702130" cy="623454"/>
          </a:xfrm>
          <a:prstGeom prst="roundRect">
            <a:avLst/>
          </a:prstGeom>
          <a:solidFill>
            <a:srgbClr val="4ACD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1DA5EEE-6199-F68F-5AB7-141441A66C7E}"/>
              </a:ext>
            </a:extLst>
          </p:cNvPr>
          <p:cNvSpPr/>
          <p:nvPr/>
        </p:nvSpPr>
        <p:spPr>
          <a:xfrm>
            <a:off x="6203208" y="2805545"/>
            <a:ext cx="1702130" cy="623454"/>
          </a:xfrm>
          <a:prstGeom prst="roundRect">
            <a:avLst/>
          </a:prstGeom>
          <a:solidFill>
            <a:srgbClr val="D1D2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C74A10-5598-7F80-5809-524CC3845A4A}"/>
              </a:ext>
            </a:extLst>
          </p:cNvPr>
          <p:cNvSpPr/>
          <p:nvPr/>
        </p:nvSpPr>
        <p:spPr>
          <a:xfrm>
            <a:off x="399143" y="2805544"/>
            <a:ext cx="1702130" cy="623454"/>
          </a:xfrm>
          <a:prstGeom prst="roundRect">
            <a:avLst/>
          </a:prstGeom>
          <a:solidFill>
            <a:srgbClr val="23A9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C9C30C-F426-DA72-BC38-B2BFF3BC077B}"/>
              </a:ext>
            </a:extLst>
          </p:cNvPr>
          <p:cNvSpPr/>
          <p:nvPr/>
        </p:nvSpPr>
        <p:spPr>
          <a:xfrm>
            <a:off x="8944429" y="2805544"/>
            <a:ext cx="1702130" cy="623454"/>
          </a:xfrm>
          <a:prstGeom prst="roundRect">
            <a:avLst/>
          </a:prstGeom>
          <a:solidFill>
            <a:srgbClr val="8D97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997F8C-026F-5B47-9737-1C8CF9CB0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511" y="-3153696"/>
            <a:ext cx="4148667" cy="4931833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399D38A-6858-1527-E456-B99D5D9318B8}"/>
              </a:ext>
            </a:extLst>
          </p:cNvPr>
          <p:cNvSpPr/>
          <p:nvPr/>
        </p:nvSpPr>
        <p:spPr>
          <a:xfrm>
            <a:off x="4152241" y="4258623"/>
            <a:ext cx="1702130" cy="623454"/>
          </a:xfrm>
          <a:prstGeom prst="roundRect">
            <a:avLst/>
          </a:prstGeom>
          <a:solidFill>
            <a:srgbClr val="D1D1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76135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9D07DEB-3C1B-2A10-A13A-90E5084B4DFC}"/>
              </a:ext>
            </a:extLst>
          </p:cNvPr>
          <p:cNvSpPr/>
          <p:nvPr/>
        </p:nvSpPr>
        <p:spPr>
          <a:xfrm>
            <a:off x="2978728" y="2115293"/>
            <a:ext cx="415636" cy="4057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701B6F8-CD93-98F8-E64D-51072F6999A8}"/>
              </a:ext>
            </a:extLst>
          </p:cNvPr>
          <p:cNvSpPr/>
          <p:nvPr/>
        </p:nvSpPr>
        <p:spPr>
          <a:xfrm>
            <a:off x="3186545" y="2318163"/>
            <a:ext cx="415636" cy="4057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084896-6568-C04B-591B-65E18001EF94}"/>
              </a:ext>
            </a:extLst>
          </p:cNvPr>
          <p:cNvSpPr/>
          <p:nvPr/>
        </p:nvSpPr>
        <p:spPr>
          <a:xfrm>
            <a:off x="3433946" y="1952007"/>
            <a:ext cx="415636" cy="40574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ED6612-2CB2-9232-4DFF-EA516F34A552}"/>
              </a:ext>
            </a:extLst>
          </p:cNvPr>
          <p:cNvSpPr/>
          <p:nvPr/>
        </p:nvSpPr>
        <p:spPr>
          <a:xfrm>
            <a:off x="3394363" y="2209305"/>
            <a:ext cx="415636" cy="405740"/>
          </a:xfrm>
          <a:prstGeom prst="ellipse">
            <a:avLst/>
          </a:prstGeom>
          <a:solidFill>
            <a:srgbClr val="F234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B0F26-EDAA-3946-465C-5B42D46EF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435" y="1315708"/>
            <a:ext cx="6477000" cy="4226585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7E5929-BD5F-0A48-605A-4CC41D55D85E}"/>
              </a:ext>
            </a:extLst>
          </p:cNvPr>
          <p:cNvSpPr/>
          <p:nvPr/>
        </p:nvSpPr>
        <p:spPr>
          <a:xfrm>
            <a:off x="4539836" y="1877786"/>
            <a:ext cx="1761507" cy="3463637"/>
          </a:xfrm>
          <a:prstGeom prst="roundRect">
            <a:avLst>
              <a:gd name="adj" fmla="val 4307"/>
            </a:avLst>
          </a:prstGeom>
          <a:solidFill>
            <a:srgbClr val="156082">
              <a:alpha val="62353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7F70A7-B101-0D95-D82A-B1E392E36E3D}"/>
              </a:ext>
            </a:extLst>
          </p:cNvPr>
          <p:cNvSpPr txBox="1"/>
          <p:nvPr/>
        </p:nvSpPr>
        <p:spPr>
          <a:xfrm>
            <a:off x="4595594" y="2412176"/>
            <a:ext cx="10598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>
                <a:solidFill>
                  <a:srgbClr val="BFBFBF"/>
                </a:solidFill>
              </a:rPr>
              <a:t>fasgaewga</a:t>
            </a:r>
            <a:endParaRPr lang="en-US" sz="1500" dirty="0">
              <a:solidFill>
                <a:srgbClr val="BFBFBF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1330382-3C83-4335-5216-01ABC9C85280}"/>
              </a:ext>
            </a:extLst>
          </p:cNvPr>
          <p:cNvSpPr/>
          <p:nvPr/>
        </p:nvSpPr>
        <p:spPr>
          <a:xfrm>
            <a:off x="4539836" y="1420916"/>
            <a:ext cx="1761507" cy="357909"/>
          </a:xfrm>
          <a:prstGeom prst="roundRect">
            <a:avLst>
              <a:gd name="adj" fmla="val 4307"/>
            </a:avLst>
          </a:prstGeom>
          <a:solidFill>
            <a:srgbClr val="0070C0">
              <a:alpha val="61961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35620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F0F32-1B59-B9D0-42EF-8596EBDD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1C27CF-D01E-C986-4CF1-E13EEBAC2704}"/>
              </a:ext>
            </a:extLst>
          </p:cNvPr>
          <p:cNvSpPr/>
          <p:nvPr/>
        </p:nvSpPr>
        <p:spPr>
          <a:xfrm>
            <a:off x="3320968" y="1974271"/>
            <a:ext cx="1702130" cy="623454"/>
          </a:xfrm>
          <a:prstGeom prst="roundRect">
            <a:avLst/>
          </a:prstGeom>
          <a:solidFill>
            <a:srgbClr val="C781C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mechanism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4855F8-3D7D-7F30-94B7-C705B8594517}"/>
              </a:ext>
            </a:extLst>
          </p:cNvPr>
          <p:cNvSpPr/>
          <p:nvPr/>
        </p:nvSpPr>
        <p:spPr>
          <a:xfrm>
            <a:off x="6223001" y="1974271"/>
            <a:ext cx="1702130" cy="623454"/>
          </a:xfrm>
          <a:prstGeom prst="roundRect">
            <a:avLst/>
          </a:prstGeom>
          <a:solidFill>
            <a:srgbClr val="7AB8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failure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775D8D-CD95-881C-24D3-1AAB6EC5BCD4}"/>
              </a:ext>
            </a:extLst>
          </p:cNvPr>
          <p:cNvSpPr/>
          <p:nvPr/>
        </p:nvSpPr>
        <p:spPr>
          <a:xfrm>
            <a:off x="499342" y="1974270"/>
            <a:ext cx="1702130" cy="623454"/>
          </a:xfrm>
          <a:prstGeom prst="roundRect">
            <a:avLst/>
          </a:prstGeom>
          <a:solidFill>
            <a:srgbClr val="8A25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stressor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2361ED-0FA4-CC11-EEFF-BFDF67796303}"/>
              </a:ext>
            </a:extLst>
          </p:cNvPr>
          <p:cNvSpPr/>
          <p:nvPr/>
        </p:nvSpPr>
        <p:spPr>
          <a:xfrm>
            <a:off x="8964222" y="1974271"/>
            <a:ext cx="1702130" cy="623454"/>
          </a:xfrm>
          <a:prstGeom prst="roundRect">
            <a:avLst/>
          </a:prstGeom>
          <a:solidFill>
            <a:srgbClr val="368BB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Loss and loss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60BED0-1228-239A-E6C1-46A9458F4554}"/>
              </a:ext>
            </a:extLst>
          </p:cNvPr>
          <p:cNvSpPr/>
          <p:nvPr/>
        </p:nvSpPr>
        <p:spPr>
          <a:xfrm>
            <a:off x="3320968" y="3278906"/>
            <a:ext cx="1702130" cy="623454"/>
          </a:xfrm>
          <a:prstGeom prst="roundRect">
            <a:avLst/>
          </a:prstGeom>
          <a:solidFill>
            <a:srgbClr val="BE9EF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mechanism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684D04-883B-5AEC-F40D-241D7085F5D3}"/>
              </a:ext>
            </a:extLst>
          </p:cNvPr>
          <p:cNvSpPr/>
          <p:nvPr/>
        </p:nvSpPr>
        <p:spPr>
          <a:xfrm>
            <a:off x="6223001" y="3278907"/>
            <a:ext cx="1702130" cy="623454"/>
          </a:xfrm>
          <a:prstGeom prst="roundRect">
            <a:avLst/>
          </a:prstGeom>
          <a:solidFill>
            <a:srgbClr val="41A1E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failure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2A6328-BC05-9539-460B-5543352C5F52}"/>
              </a:ext>
            </a:extLst>
          </p:cNvPr>
          <p:cNvSpPr/>
          <p:nvPr/>
        </p:nvSpPr>
        <p:spPr>
          <a:xfrm>
            <a:off x="499342" y="3278906"/>
            <a:ext cx="1702130" cy="623454"/>
          </a:xfrm>
          <a:prstGeom prst="roundRect">
            <a:avLst/>
          </a:prstGeom>
          <a:solidFill>
            <a:srgbClr val="A4468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stressor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8A34964-0196-C438-7FC9-9A18758E7C98}"/>
              </a:ext>
            </a:extLst>
          </p:cNvPr>
          <p:cNvSpPr/>
          <p:nvPr/>
        </p:nvSpPr>
        <p:spPr>
          <a:xfrm>
            <a:off x="8964222" y="3278906"/>
            <a:ext cx="1702130" cy="623454"/>
          </a:xfrm>
          <a:prstGeom prst="roundRect">
            <a:avLst/>
          </a:prstGeom>
          <a:solidFill>
            <a:srgbClr val="1E51B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Loss and loss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2D66A8-13E1-3A04-A8BE-0D14517D0E1F}"/>
              </a:ext>
            </a:extLst>
          </p:cNvPr>
          <p:cNvSpPr/>
          <p:nvPr/>
        </p:nvSpPr>
        <p:spPr>
          <a:xfrm>
            <a:off x="6223001" y="4435102"/>
            <a:ext cx="1702130" cy="623454"/>
          </a:xfrm>
          <a:prstGeom prst="roundRect">
            <a:avLst/>
          </a:prstGeom>
          <a:solidFill>
            <a:srgbClr val="3BB1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failure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005D82E-AB9A-A109-B61B-026E7EC3D9F6}"/>
              </a:ext>
            </a:extLst>
          </p:cNvPr>
          <p:cNvSpPr/>
          <p:nvPr/>
        </p:nvSpPr>
        <p:spPr>
          <a:xfrm>
            <a:off x="8964222" y="4435101"/>
            <a:ext cx="1702130" cy="623454"/>
          </a:xfrm>
          <a:prstGeom prst="roundRect">
            <a:avLst/>
          </a:prstGeom>
          <a:solidFill>
            <a:srgbClr val="1E51B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Loss and loss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FE1E946-4891-FE8E-6EF9-BAC3B67CD2E1}"/>
              </a:ext>
            </a:extLst>
          </p:cNvPr>
          <p:cNvSpPr/>
          <p:nvPr/>
        </p:nvSpPr>
        <p:spPr>
          <a:xfrm>
            <a:off x="418936" y="4435101"/>
            <a:ext cx="1702130" cy="623454"/>
          </a:xfrm>
          <a:prstGeom prst="roundRect">
            <a:avLst/>
          </a:prstGeom>
          <a:solidFill>
            <a:srgbClr val="8A257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stressor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FAC6780-BDDC-732E-E346-00E94C88160C}"/>
              </a:ext>
            </a:extLst>
          </p:cNvPr>
          <p:cNvSpPr/>
          <p:nvPr/>
        </p:nvSpPr>
        <p:spPr>
          <a:xfrm>
            <a:off x="3320968" y="4435101"/>
            <a:ext cx="1702130" cy="623454"/>
          </a:xfrm>
          <a:prstGeom prst="roundRect">
            <a:avLst/>
          </a:prstGeom>
          <a:solidFill>
            <a:srgbClr val="D476E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mechanism</a:t>
            </a:r>
          </a:p>
        </p:txBody>
      </p:sp>
    </p:spTree>
    <p:extLst>
      <p:ext uri="{BB962C8B-B14F-4D97-AF65-F5344CB8AC3E}">
        <p14:creationId xmlns:p14="http://schemas.microsoft.com/office/powerpoint/2010/main" val="443273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19</Words>
  <Application>Microsoft Macintosh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baojieli</dc:creator>
  <cp:lastModifiedBy>baojieli</cp:lastModifiedBy>
  <cp:revision>2</cp:revision>
  <dcterms:created xsi:type="dcterms:W3CDTF">2026-04-22T18:33:29Z</dcterms:created>
  <dcterms:modified xsi:type="dcterms:W3CDTF">2026-04-22T20:45:45Z</dcterms:modified>
</cp:coreProperties>
</file>