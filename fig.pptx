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A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17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27D841-92B2-9947-94AA-973D4D517240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F46D46-0424-0945-BCC1-339A4B99B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8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F46D46-0424-0945-BCC1-339A4B99B9B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47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86FB-A57D-23F2-E802-63837994A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5AB66-7D76-8910-E3DE-E8995F4C7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0529-990E-7E20-F3CA-B6B8F2D89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F0FD7-BAB2-0E8A-C79B-5558EACC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F161-8678-9F10-E965-CA33CC54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9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E0DB-AF36-2910-F6B8-A36E88AEC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A0645-BFD5-222C-8DC4-CBE97A89A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083EA-85A1-119A-C389-C7B41A05B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7F30C-0BE0-D736-EAD7-74C7BF3E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CE4F-1A41-B121-9669-E1E73D83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3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DFC4-FEAE-11EE-03C8-F5561711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36215-6CF0-6A33-C161-361236438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500B8-032A-A7DE-412B-72DA74392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6D335-A968-AEAE-94EE-6055A8206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10F13-6B50-A45B-D794-98946FB6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4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5C893-53C4-2436-E87D-A6431695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D62-ED14-BB23-02D0-D6E378788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D965C-466E-451F-0D8A-C37249643E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1A448-95DD-01F3-801B-2DC57570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CD877-57D9-A0E8-184F-940791605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5A863-8FE6-1FC0-EBCA-B3237CAF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32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FBAD-F4E6-149B-742B-84819CE2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B1429-A6EA-59E2-A339-1AC21E11C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63E1B8-88B1-4438-6535-3DC4A0E49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6F85FA-A65F-0141-885B-BA5A3CBA9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5ABCDE-51A7-61EB-C115-984AC5CE21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A39365-C4A6-60AB-FBB3-04F6E25C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D24DBF-B51D-0030-249E-11EBBED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347BB-0BDA-5618-DDE1-F7C10C179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7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BC766-A4F8-D5D0-F20D-D218F4C0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258A02-3B0E-5AEC-C577-8E7355FDC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8D32-0559-9CD1-C18E-773DBADB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83CA1-E3E2-CE32-9346-B98D115F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BFFDEF-1FF0-2C1A-DB3E-919E1973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237CF-949E-0E0E-50FD-836155B4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CB211-876C-6F9D-F56D-F944987A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9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F705-D0D8-BE91-F1A4-54750D018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806D-8B3C-5E25-0230-FBDB5C1F4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9B7492-6FA8-5554-10B9-7CCC331F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462C2-54DB-7B8B-160C-4B913210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29C0F1-CD91-2AB6-DAC0-55A82FBE3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D0AF-FA6A-C208-37CB-7003BB47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056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49F1-C00D-2894-9F10-531792338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771EA-725A-1201-DA11-E9EFC6FA1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A8F91-1EAE-83BB-B6F5-677BCB010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718D5-E9DC-B674-BC0C-A22993B6E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A50E9-4710-A9F4-DBE5-795BD82E7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4D94C-FB3B-3094-1BE9-4D8C9E099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40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D089-39D2-8AC1-A9E6-132E6F44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65052-6F0C-B55E-D952-83CF79E18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19F61-6588-F1D9-DF7D-0E3F65A0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B5A52-CE8B-17FB-CD72-014CBDFFA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9ED9-2150-963B-AD25-B9D0C74E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8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BB5C6-22AE-0A04-9E41-92228E2A8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4FB24-E61A-188D-39CF-021C2E5DC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6B7F8-B2C8-38EC-186C-406DB5BB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824E-7B8C-FBAB-9851-287798AC0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9E4C2-D912-A2B5-F4FE-EC23D27B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1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99466-DFDF-1641-F317-FF38C6230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2D5FE-1B5A-978C-5AC8-48AA8A15A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0B84-4FFE-C8F2-25BC-9BC29FA0E3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EB9517-3F80-3145-BDE0-0E7C7A0F8AD2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CA80-8AFB-117E-0C36-8BBF20D1A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33BC1-7158-5053-7DA2-0ECC7990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93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0783A2-7328-267B-EAF9-05B1941A12A8}"/>
              </a:ext>
            </a:extLst>
          </p:cNvPr>
          <p:cNvSpPr/>
          <p:nvPr/>
        </p:nvSpPr>
        <p:spPr>
          <a:xfrm>
            <a:off x="806350" y="2174358"/>
            <a:ext cx="3668233" cy="1254642"/>
          </a:xfrm>
          <a:prstGeom prst="roundRect">
            <a:avLst/>
          </a:pr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000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A5715F-E2F6-7041-4C63-F3015EABA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22" y="2466106"/>
            <a:ext cx="646165" cy="6461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6C5BC4-820D-5285-33C1-5972E746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013" y="2522721"/>
            <a:ext cx="1202485" cy="4449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8FB770-8DCD-8C1F-5E9C-C845B349D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6895" y="2496567"/>
            <a:ext cx="646165" cy="6432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5C6D00-9F02-56D8-141E-7962FC348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617" y="2190893"/>
            <a:ext cx="5466033" cy="12546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325E0A-2C1C-AE66-D7B3-CA21D00F997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664244" y="4555152"/>
            <a:ext cx="5466033" cy="12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00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1342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1</cp:revision>
  <dcterms:created xsi:type="dcterms:W3CDTF">2026-05-06T20:05:09Z</dcterms:created>
  <dcterms:modified xsi:type="dcterms:W3CDTF">2026-05-07T18:27:22Z</dcterms:modified>
</cp:coreProperties>
</file>