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1" r:id="rId2"/>
    <p:sldId id="256" r:id="rId3"/>
    <p:sldId id="257" r:id="rId4"/>
    <p:sldId id="258" r:id="rId5"/>
    <p:sldId id="260" r:id="rId6"/>
    <p:sldId id="263" r:id="rId7"/>
    <p:sldId id="262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A02C"/>
    <a:srgbClr val="82F5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658"/>
  </p:normalViewPr>
  <p:slideViewPr>
    <p:cSldViewPr snapToGrid="0">
      <p:cViewPr varScale="1">
        <p:scale>
          <a:sx n="76" d="100"/>
          <a:sy n="76" d="100"/>
        </p:scale>
        <p:origin x="208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3869315944881891"/>
          <c:y val="9.5460931627649376E-2"/>
          <c:w val="0.54136380413385832"/>
          <c:h val="0.81204565624719138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spPr>
            <a:solidFill>
              <a:srgbClr val="0070C0"/>
            </a:solidFill>
          </c:spPr>
          <c:dPt>
            <c:idx val="0"/>
            <c:bubble3D val="0"/>
            <c:spPr>
              <a:solidFill>
                <a:srgbClr val="0070C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85F-574C-844B-5661674D745C}"/>
              </c:ext>
            </c:extLst>
          </c:dPt>
          <c:dPt>
            <c:idx val="1"/>
            <c:bubble3D val="0"/>
            <c:spPr>
              <a:solidFill>
                <a:schemeClr val="tx2">
                  <a:lumMod val="25000"/>
                  <a:lumOff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B82-384F-9003-EEFDB89D2C3D}"/>
              </c:ext>
            </c:extLst>
          </c:dPt>
          <c:dPt>
            <c:idx val="2"/>
            <c:bubble3D val="0"/>
            <c:spPr>
              <a:solidFill>
                <a:schemeClr val="accent2">
                  <a:lumMod val="40000"/>
                  <a:lumOff val="6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B82-384F-9003-EEFDB89D2C3D}"/>
              </c:ext>
            </c:extLst>
          </c:dPt>
          <c:dPt>
            <c:idx val="3"/>
            <c:bubble3D val="0"/>
            <c:spPr>
              <a:solidFill>
                <a:schemeClr val="bg2">
                  <a:lumMod val="90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B82-384F-9003-EEFDB89D2C3D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B82-384F-9003-EEFDB89D2C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27D841-92B2-9947-94AA-973D4D517240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46D46-0424-0945-BCC1-339A4B99B9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189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F46D46-0424-0945-BCC1-339A4B99B9B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784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286FB-A57D-23F2-E802-63837994AD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15AB66-7D76-8910-E3DE-E8995F4C7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B0529-990E-7E20-F3CA-B6B8F2D89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EF0FD7-BAB2-0E8A-C79B-5558EACCE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DF161-8678-9F10-E965-CA33CC54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79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DE0DB-AF36-2910-F6B8-A36E88AEC1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A0645-BFD5-222C-8DC4-CBE97A89AB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C083EA-85A1-119A-C389-C7B41A05B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7F30C-0BE0-D736-EAD7-74C7BF3EE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5CE4F-1A41-B121-9669-E1E73D835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37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DFC4-FEAE-11EE-03C8-F55617113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36215-6CF0-6A33-C161-361236438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500B8-032A-A7DE-412B-72DA74392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96D335-A968-AEAE-94EE-6055A8206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10F13-6B50-A45B-D794-98946FB6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40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5C893-53C4-2436-E87D-A6431695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05D62-ED14-BB23-02D0-D6E378788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6D965C-466E-451F-0D8A-C37249643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F1A448-95DD-01F3-801B-2DC57570F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7CD877-57D9-A0E8-184F-940791605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75A863-8FE6-1FC0-EBCA-B3237CAF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32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5FBAD-F4E6-149B-742B-84819CE27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9B1429-A6EA-59E2-A339-1AC21E11C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3E1B8-88B1-4438-6535-3DC4A0E49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6F85FA-A65F-0141-885B-BA5A3CBA91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5ABCDE-51A7-61EB-C115-984AC5CE2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A39365-C4A6-60AB-FBB3-04F6E25C9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D24DBF-B51D-0030-249E-11EBBEDE7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347BB-0BDA-5618-DDE1-F7C10C179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474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BC766-A4F8-D5D0-F20D-D218F4C03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4258A02-3B0E-5AEC-C577-8E7355FDC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F38D32-0559-9CD1-C18E-773DBADB68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83CA1-E3E2-CE32-9346-B98D115F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31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BBFFDEF-1FF0-2C1A-DB3E-919E19735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5237CF-949E-0E0E-50FD-836155B41D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1CB211-876C-6F9D-F56D-F944987A3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49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EF705-D0D8-BE91-F1A4-54750D018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9806D-8B3C-5E25-0230-FBDB5C1F4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9B7492-6FA8-5554-10B9-7CCC331F65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3462C2-54DB-7B8B-160C-4B91321052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29C0F1-CD91-2AB6-DAC0-55A82FBE3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89D0AF-FA6A-C208-37CB-7003BB47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5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1749F1-C00D-2894-9F10-531792338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5771EA-725A-1201-DA11-E9EFC6FA1D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A8F91-1EAE-83BB-B6F5-677BCB0106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5718D5-E9DC-B674-BC0C-A22993B6E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1A50E9-4710-A9F4-DBE5-795BD82E7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C4D94C-FB3B-3094-1BE9-4D8C9E099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640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ED089-39D2-8AC1-A9E6-132E6F44D3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B65052-6F0C-B55E-D952-83CF79E18B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19F61-6588-F1D9-DF7D-0E3F65A01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B5A52-CE8B-17FB-CD72-014CBDFFA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19ED9-2150-963B-AD25-B9D0C74E3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88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44BB5C6-22AE-0A04-9E41-92228E2A8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4FB24-E61A-188D-39CF-021C2E5DC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6B7F8-B2C8-38EC-186C-406DB5BB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C824E-7B8C-FBAB-9851-287798AC0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9E4C2-D912-A2B5-F4FE-EC23D27B3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414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899466-DFDF-1641-F317-FF38C62301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2D5FE-1B5A-978C-5AC8-48AA8A15A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F0B84-4FFE-C8F2-25BC-9BC29FA0E3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EB9517-3F80-3145-BDE0-0E7C7A0F8AD2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4CA80-8AFB-117E-0C36-8BBF20D1AE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D33BC1-7158-5053-7DA2-0ECC7990B5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81B747-7A03-794B-BF0D-929170925F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93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53E8580-56A2-B817-D35F-6DFE86737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36" y="1566755"/>
            <a:ext cx="11068386" cy="265195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61C2771-08BC-07D0-C36B-413E7ED884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434" b="24162"/>
          <a:stretch>
            <a:fillRect/>
          </a:stretch>
        </p:blipFill>
        <p:spPr>
          <a:xfrm>
            <a:off x="453736" y="2563047"/>
            <a:ext cx="11068386" cy="102869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3904BE-731A-A89C-8F00-C1C0FE0CBBC8}"/>
              </a:ext>
            </a:extLst>
          </p:cNvPr>
          <p:cNvSpPr txBox="1"/>
          <p:nvPr/>
        </p:nvSpPr>
        <p:spPr>
          <a:xfrm>
            <a:off x="1891146" y="3077397"/>
            <a:ext cx="1353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Gilroy Medium" pitchFamily="2" charset="77"/>
              </a:rPr>
              <a:t>PV Copilot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4C1300-3A79-A717-A6A9-3B811C27D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1282" y="2978078"/>
            <a:ext cx="3819236" cy="592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280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0783A2-7328-267B-EAF9-05B1941A12A8}"/>
              </a:ext>
            </a:extLst>
          </p:cNvPr>
          <p:cNvSpPr/>
          <p:nvPr/>
        </p:nvSpPr>
        <p:spPr>
          <a:xfrm>
            <a:off x="806350" y="2174358"/>
            <a:ext cx="3668233" cy="1254642"/>
          </a:xfrm>
          <a:prstGeom prst="roundRect">
            <a:avLst/>
          </a:prstGeom>
          <a:gradFill>
            <a:gsLst>
              <a:gs pos="0">
                <a:schemeClr val="accent5">
                  <a:lumMod val="40000"/>
                  <a:lumOff val="60000"/>
                </a:schemeClr>
              </a:gs>
              <a:gs pos="50000">
                <a:schemeClr val="accent5">
                  <a:lumMod val="20000"/>
                  <a:lumOff val="8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6A5715F-E2F6-7041-4C63-F3015EABA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522" y="2466106"/>
            <a:ext cx="646165" cy="6461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6C5BC4-820D-5285-33C1-5972E7464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9013" y="2522721"/>
            <a:ext cx="1202485" cy="44491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8FB770-8DCD-8C1F-5E9C-C845B349D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6895" y="2496567"/>
            <a:ext cx="646165" cy="64329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25C6D00-9F02-56D8-141E-7962FC348A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9617" y="2190893"/>
            <a:ext cx="5466033" cy="125464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0325E0A-2C1C-AE66-D7B3-CA21D00F997C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64244" y="4555152"/>
            <a:ext cx="5466033" cy="1254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100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864DF94-2B58-4600-9A1A-996BC6223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59" y="1757218"/>
            <a:ext cx="3340100" cy="26162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017475-D92C-7D27-BD69-20BC102453B6}"/>
              </a:ext>
            </a:extLst>
          </p:cNvPr>
          <p:cNvSpPr/>
          <p:nvPr/>
        </p:nvSpPr>
        <p:spPr>
          <a:xfrm>
            <a:off x="4592782" y="1757218"/>
            <a:ext cx="1735282" cy="32211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PV technology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75513E1-BA86-9517-4750-7CB90DE81851}"/>
              </a:ext>
            </a:extLst>
          </p:cNvPr>
          <p:cNvSpPr/>
          <p:nvPr/>
        </p:nvSpPr>
        <p:spPr>
          <a:xfrm>
            <a:off x="6459682" y="1757218"/>
            <a:ext cx="1735282" cy="322118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Study duration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64C66A4-D02A-4D91-EC3A-D676ED0EB237}"/>
              </a:ext>
            </a:extLst>
          </p:cNvPr>
          <p:cNvSpPr/>
          <p:nvPr/>
        </p:nvSpPr>
        <p:spPr>
          <a:xfrm>
            <a:off x="8326582" y="1757218"/>
            <a:ext cx="983673" cy="322118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Fault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D742E6-2169-9420-27C2-4062F7D49927}"/>
              </a:ext>
            </a:extLst>
          </p:cNvPr>
          <p:cNvSpPr/>
          <p:nvPr/>
        </p:nvSpPr>
        <p:spPr>
          <a:xfrm>
            <a:off x="9441873" y="1757218"/>
            <a:ext cx="983673" cy="322118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xx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7B3D4C-CFE5-B012-8752-CAE784057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782" y="2233190"/>
            <a:ext cx="5623791" cy="214022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1A8615C-BC2B-1420-726E-B0B3F44E0A01}"/>
              </a:ext>
            </a:extLst>
          </p:cNvPr>
          <p:cNvCxnSpPr/>
          <p:nvPr/>
        </p:nvCxnSpPr>
        <p:spPr>
          <a:xfrm>
            <a:off x="4301836" y="1610591"/>
            <a:ext cx="0" cy="258733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3646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51167-649F-1F6E-FD0D-716205EE3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CD900C-67F6-DEFF-B8A5-52503C695E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959" y="1757218"/>
            <a:ext cx="3340100" cy="26162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3D43386-1389-7F8A-7336-79745162492F}"/>
              </a:ext>
            </a:extLst>
          </p:cNvPr>
          <p:cNvSpPr/>
          <p:nvPr/>
        </p:nvSpPr>
        <p:spPr>
          <a:xfrm>
            <a:off x="4592782" y="1757218"/>
            <a:ext cx="1735282" cy="32211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PV technology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FAC042C-1946-0373-E39A-2067378C8331}"/>
              </a:ext>
            </a:extLst>
          </p:cNvPr>
          <p:cNvSpPr/>
          <p:nvPr/>
        </p:nvSpPr>
        <p:spPr>
          <a:xfrm>
            <a:off x="6459682" y="1757218"/>
            <a:ext cx="1735282" cy="322118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Study duration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DDBA585-5545-5CCE-3B48-EB57ADCDEF88}"/>
              </a:ext>
            </a:extLst>
          </p:cNvPr>
          <p:cNvSpPr/>
          <p:nvPr/>
        </p:nvSpPr>
        <p:spPr>
          <a:xfrm>
            <a:off x="8326582" y="1757218"/>
            <a:ext cx="983673" cy="322118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Fault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AFAC618-F632-1C5E-0CB4-267A9642BCC4}"/>
              </a:ext>
            </a:extLst>
          </p:cNvPr>
          <p:cNvSpPr/>
          <p:nvPr/>
        </p:nvSpPr>
        <p:spPr>
          <a:xfrm>
            <a:off x="9441873" y="1757218"/>
            <a:ext cx="983673" cy="322118"/>
          </a:xfrm>
          <a:prstGeom prst="roundRect">
            <a:avLst>
              <a:gd name="adj" fmla="val 50000"/>
            </a:avLst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xx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856BD2-C8C2-966E-1E7F-83F3D72980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2782" y="2233190"/>
            <a:ext cx="5623791" cy="2140228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7C1ACA9-B382-0787-BEE9-82694A141E87}"/>
              </a:ext>
            </a:extLst>
          </p:cNvPr>
          <p:cNvCxnSpPr/>
          <p:nvPr/>
        </p:nvCxnSpPr>
        <p:spPr>
          <a:xfrm>
            <a:off x="4301836" y="1610591"/>
            <a:ext cx="0" cy="2587336"/>
          </a:xfrm>
          <a:prstGeom prst="line">
            <a:avLst/>
          </a:prstGeom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646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692CAE1-4DBE-F7A1-0EB2-BE3AFF510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3055" y="1976677"/>
            <a:ext cx="4592782" cy="236316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256B47-6467-18BD-C568-B0400274FEB0}"/>
                  </a:ext>
                </a:extLst>
              </p:cNvPr>
              <p:cNvSpPr txBox="1"/>
              <p:nvPr/>
            </p:nvSpPr>
            <p:spPr>
              <a:xfrm>
                <a:off x="1756550" y="1849824"/>
                <a:ext cx="2524504" cy="6924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900" b="1" i="0" dirty="0">
                    <a:solidFill>
                      <a:srgbClr val="1C2540"/>
                    </a:solidFill>
                    <a:effectLst/>
                    <a:latin typeface="Archivo"/>
                  </a:rPr>
                  <a:t>−xx</a:t>
                </a:r>
                <a14:m>
                  <m:oMath xmlns:m="http://schemas.openxmlformats.org/officeDocument/2006/math">
                    <m:r>
                      <a:rPr lang="en-US" sz="3900" b="1" i="1" smtClean="0">
                        <a:solidFill>
                          <a:srgbClr val="1C254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  <m:r>
                      <a:rPr lang="en-US" sz="3900" b="1" i="1" smtClean="0">
                        <a:solidFill>
                          <a:srgbClr val="1C2540"/>
                        </a:solidFill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𝒙𝒙</m:t>
                    </m:r>
                  </m:oMath>
                </a14:m>
                <a:r>
                  <a:rPr lang="en-US" sz="1500" b="1" i="0" dirty="0">
                    <a:solidFill>
                      <a:srgbClr val="5A6784"/>
                    </a:solidFill>
                    <a:effectLst/>
                    <a:latin typeface="Archivo"/>
                  </a:rPr>
                  <a:t>%/yr</a:t>
                </a:r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4256B47-6467-18BD-C568-B0400274F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6550" y="1849824"/>
                <a:ext cx="2524504" cy="692497"/>
              </a:xfrm>
              <a:prstGeom prst="rect">
                <a:avLst/>
              </a:prstGeom>
              <a:blipFill>
                <a:blip r:embed="rId3"/>
                <a:stretch>
                  <a:fillRect l="-8543" t="-14286" b="-33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C8D79A5-32E9-8A89-6896-91061E8568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6550" y="2715492"/>
            <a:ext cx="2841953" cy="88553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674CE5-6E4C-0CD6-705D-6847E295C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1432" y="4585855"/>
            <a:ext cx="2758748" cy="1920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79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C7023907-C668-87C2-7FBA-4EA7339902D5}"/>
              </a:ext>
            </a:extLst>
          </p:cNvPr>
          <p:cNvSpPr/>
          <p:nvPr/>
        </p:nvSpPr>
        <p:spPr>
          <a:xfrm rot="20811210">
            <a:off x="1099179" y="1457240"/>
            <a:ext cx="3588366" cy="1769159"/>
          </a:xfrm>
          <a:prstGeom prst="ellipse">
            <a:avLst/>
          </a:prstGeom>
          <a:noFill/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C72DA35-43B1-6E7F-9398-F6FD143EA957}"/>
              </a:ext>
            </a:extLst>
          </p:cNvPr>
          <p:cNvSpPr/>
          <p:nvPr/>
        </p:nvSpPr>
        <p:spPr>
          <a:xfrm rot="20811210">
            <a:off x="1670388" y="1710311"/>
            <a:ext cx="2513622" cy="1239282"/>
          </a:xfrm>
          <a:prstGeom prst="ellipse">
            <a:avLst/>
          </a:prstGeom>
          <a:noFill/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5E54B1-D377-EC40-C1A1-4FC13EC68A72}"/>
              </a:ext>
            </a:extLst>
          </p:cNvPr>
          <p:cNvSpPr/>
          <p:nvPr/>
        </p:nvSpPr>
        <p:spPr>
          <a:xfrm rot="20811210">
            <a:off x="642998" y="1223356"/>
            <a:ext cx="4568403" cy="2252343"/>
          </a:xfrm>
          <a:prstGeom prst="ellipse">
            <a:avLst/>
          </a:prstGeom>
          <a:noFill/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6" descr="RdTools Overview — RdTools 3.0.0-beta.1+18.g416778c documentation">
            <a:extLst>
              <a:ext uri="{FF2B5EF4-FFF2-40B4-BE49-F238E27FC236}">
                <a16:creationId xmlns:a16="http://schemas.microsoft.com/office/drawing/2014/main" id="{4E391080-8726-2362-78A8-777D9FB64A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0470" y="1989865"/>
            <a:ext cx="2564264" cy="3886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pvlib python — pvlib python 0.12.0 documentation">
            <a:extLst>
              <a:ext uri="{FF2B5EF4-FFF2-40B4-BE49-F238E27FC236}">
                <a16:creationId xmlns:a16="http://schemas.microsoft.com/office/drawing/2014/main" id="{7547EE3E-E9CC-3FCD-F3BD-E6F0A29DB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35" y="1698729"/>
            <a:ext cx="2169286" cy="92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9539716-0EC7-4A4F-DCBC-365C3BC026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11" y="2760291"/>
            <a:ext cx="2033399" cy="4864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546050A-5DFC-10AD-1361-111A7901A9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9168" y="912858"/>
            <a:ext cx="1883434" cy="69522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74307A1-213A-444B-6925-F66B569630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2971" y="2735148"/>
            <a:ext cx="1350542" cy="629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41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690FBB92-714C-2DBF-146E-90B634F74D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331433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76376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AB8D67-67CA-E88E-3F2B-5666F2C220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206" y="2195958"/>
            <a:ext cx="1092200" cy="4318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B34742A-B378-042D-17B8-F9066D512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740" y="2627758"/>
            <a:ext cx="2449602" cy="65375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7FE3014-4E78-3CF3-1785-91D5419436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2046" y="1263619"/>
            <a:ext cx="3473918" cy="27282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9EAE8A7-FE2D-9DA2-1490-5BD5A65A9A31}"/>
              </a:ext>
            </a:extLst>
          </p:cNvPr>
          <p:cNvSpPr/>
          <p:nvPr/>
        </p:nvSpPr>
        <p:spPr>
          <a:xfrm>
            <a:off x="5102046" y="1263619"/>
            <a:ext cx="3473918" cy="2728277"/>
          </a:xfrm>
          <a:prstGeom prst="rect">
            <a:avLst/>
          </a:prstGeom>
          <a:gradFill>
            <a:gsLst>
              <a:gs pos="67000">
                <a:schemeClr val="bg1">
                  <a:alpha val="90934"/>
                </a:schemeClr>
              </a:gs>
              <a:gs pos="100000">
                <a:schemeClr val="accent2">
                  <a:alpha val="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238E60-D591-D952-DBF2-BC2F9037F269}"/>
              </a:ext>
            </a:extLst>
          </p:cNvPr>
          <p:cNvSpPr txBox="1"/>
          <p:nvPr/>
        </p:nvSpPr>
        <p:spPr>
          <a:xfrm>
            <a:off x="5275604" y="1503461"/>
            <a:ext cx="2025741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900" b="1" i="0" dirty="0">
                <a:solidFill>
                  <a:srgbClr val="1C2540"/>
                </a:solidFill>
                <a:effectLst/>
                <a:latin typeface="Archivo"/>
              </a:rPr>
              <a:t>−0.09</a:t>
            </a:r>
            <a:r>
              <a:rPr lang="en-US" sz="1500" b="1" i="0" dirty="0">
                <a:solidFill>
                  <a:srgbClr val="5A6784"/>
                </a:solidFill>
                <a:effectLst/>
                <a:latin typeface="Archivo"/>
              </a:rPr>
              <a:t>%/yr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4521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7624</TotalTime>
  <Words>26</Words>
  <Application>Microsoft Macintosh PowerPoint</Application>
  <PresentationFormat>Widescreen</PresentationFormat>
  <Paragraphs>13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Archivo</vt:lpstr>
      <vt:lpstr>Aptos</vt:lpstr>
      <vt:lpstr>Aptos Display</vt:lpstr>
      <vt:lpstr>Arial</vt:lpstr>
      <vt:lpstr>Cambria Math</vt:lpstr>
      <vt:lpstr>Gilroy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baojieli</dc:creator>
  <cp:lastModifiedBy>baojieli</cp:lastModifiedBy>
  <cp:revision>6</cp:revision>
  <dcterms:created xsi:type="dcterms:W3CDTF">2026-05-06T20:05:09Z</dcterms:created>
  <dcterms:modified xsi:type="dcterms:W3CDTF">2026-09-23T05:42:42Z</dcterms:modified>
</cp:coreProperties>
</file>