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2F5EC"/>
    <a:srgbClr val="F9A02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5000"/>
    <p:restoredTop sz="94641"/>
  </p:normalViewPr>
  <p:slideViewPr>
    <p:cSldViewPr snapToGrid="0">
      <p:cViewPr varScale="1">
        <p:scale>
          <a:sx n="123" d="100"/>
          <a:sy n="123" d="100"/>
        </p:scale>
        <p:origin x="216" y="6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327D841-92B2-9947-94AA-973D4D517240}" type="datetimeFigureOut">
              <a:rPr lang="en-US" smtClean="0"/>
              <a:t>7/13/26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1F46D46-0424-0945-BCC1-339A4B99B9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01898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F46D46-0424-0945-BCC1-339A4B99B9B6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04784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4286FB-A57D-23F2-E802-63837994AD4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B15AB66-7D76-8910-E3DE-E8995F4C728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6B0529-990E-7E20-F3CA-B6B8F2D89A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EB9517-3F80-3145-BDE0-0E7C7A0F8AD2}" type="datetimeFigureOut">
              <a:rPr lang="en-US" smtClean="0"/>
              <a:t>7/13/26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EF0FD7-BAB2-0E8A-C79B-5558EACCE3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DDF161-8678-9F10-E965-CA33CC54F2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81B747-7A03-794B-BF0D-929170925F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8791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BDE0DB-AF36-2910-F6B8-A36E88AEC1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5A0645-BFD5-222C-8DC4-CBE97A89AB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C083EA-85A1-119A-C389-C7B41A05B6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EB9517-3F80-3145-BDE0-0E7C7A0F8AD2}" type="datetimeFigureOut">
              <a:rPr lang="en-US" smtClean="0"/>
              <a:t>7/13/26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17F30C-0BE0-D736-EAD7-74C7BF3EEE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85CE4F-1A41-B121-9669-E1E73D8351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81B747-7A03-794B-BF0D-929170925F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94375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AFDFC4-FEAE-11EE-03C8-F556171135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236215-6CF0-6A33-C161-3612364382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7500B8-032A-A7DE-412B-72DA743923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EB9517-3F80-3145-BDE0-0E7C7A0F8AD2}" type="datetimeFigureOut">
              <a:rPr lang="en-US" smtClean="0"/>
              <a:t>7/13/26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96D335-A968-AEAE-94EE-6055A82061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910F13-6B50-A45B-D794-98946FB678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81B747-7A03-794B-BF0D-929170925F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14408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65C893-53C4-2436-E87D-A6431695EF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E05D62-ED14-BB23-02D0-D6E37878823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96D965C-466E-451F-0D8A-C37249643E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6F1A448-95DD-01F3-801B-2DC57570FC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EB9517-3F80-3145-BDE0-0E7C7A0F8AD2}" type="datetimeFigureOut">
              <a:rPr lang="en-US" smtClean="0"/>
              <a:t>7/13/26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67CD877-57D9-A0E8-184F-9407916055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D75A863-8FE6-1FC0-EBCA-B3237CAF3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81B747-7A03-794B-BF0D-929170925F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34328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5FBAD-F4E6-149B-742B-84819CE27D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9B1429-A6EA-59E2-A339-1AC21E11CC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563E1B8-88B1-4438-6535-3DC4A0E493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A6F85FA-A65F-0141-885B-BA5A3CBA915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85ABCDE-51A7-61EB-C115-984AC5CE218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5A39365-C4A6-60AB-FBB3-04F6E25C94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EB9517-3F80-3145-BDE0-0E7C7A0F8AD2}" type="datetimeFigureOut">
              <a:rPr lang="en-US" smtClean="0"/>
              <a:t>7/13/26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DD24DBF-B51D-0030-249E-11EBBEDE75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3347BB-0BDA-5618-DDE1-F7C10C179A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81B747-7A03-794B-BF0D-929170925F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44746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7BC766-A4F8-D5D0-F20D-D218F4C037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4258A02-3B0E-5AEC-C577-8E7355FDC8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EB9517-3F80-3145-BDE0-0E7C7A0F8AD2}" type="datetimeFigureOut">
              <a:rPr lang="en-US" smtClean="0"/>
              <a:t>7/13/26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AF38D32-0559-9CD1-C18E-773DBADB68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3E83CA1-E3E2-CE32-9346-B98D115FD2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81B747-7A03-794B-BF0D-929170925F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9319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BBFFDEF-1FF0-2C1A-DB3E-919E197355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EB9517-3F80-3145-BDE0-0E7C7A0F8AD2}" type="datetimeFigureOut">
              <a:rPr lang="en-US" smtClean="0"/>
              <a:t>7/13/26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85237CF-949E-0E0E-50FD-836155B41D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1CB211-876C-6F9D-F56D-F944987A37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81B747-7A03-794B-BF0D-929170925F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44906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6EF705-D0D8-BE91-F1A4-54750D0186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B9806D-8B3C-5E25-0230-FBDB5C1F4B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09B7492-6FA8-5554-10B9-7CCC331F65E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3462C2-54DB-7B8B-160C-4B91321052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EB9517-3F80-3145-BDE0-0E7C7A0F8AD2}" type="datetimeFigureOut">
              <a:rPr lang="en-US" smtClean="0"/>
              <a:t>7/13/26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029C0F1-CD91-2AB6-DAC0-55A82FBE36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C89D0AF-FA6A-C208-37CB-7003BB47C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81B747-7A03-794B-BF0D-929170925F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00566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1749F1-C00D-2894-9F10-531792338E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05771EA-725A-1201-DA11-E9EFC6FA1DE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2A8F91-1EAE-83BB-B6F5-677BCB01064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95718D5-E9DC-B674-BC0C-A22993B6EA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EB9517-3F80-3145-BDE0-0E7C7A0F8AD2}" type="datetimeFigureOut">
              <a:rPr lang="en-US" smtClean="0"/>
              <a:t>7/13/26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1A50E9-4710-A9F4-DBE5-795BD82E75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7C4D94C-FB3B-3094-1BE9-4D8C9E0990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81B747-7A03-794B-BF0D-929170925F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76402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4ED089-39D2-8AC1-A9E6-132E6F44D3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6B65052-6F0C-B55E-D952-83CF79E18B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619F61-6588-F1D9-DF7D-0E3F65A01A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EB9517-3F80-3145-BDE0-0E7C7A0F8AD2}" type="datetimeFigureOut">
              <a:rPr lang="en-US" smtClean="0"/>
              <a:t>7/13/26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CB5A52-CE8B-17FB-CD72-014CBDFFA2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219ED9-2150-963B-AD25-B9D0C74E34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81B747-7A03-794B-BF0D-929170925F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8841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44BB5C6-22AE-0A04-9E41-92228E2A8B0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8C4FB24-E61A-188D-39CF-021C2E5DC7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A6B7F8-B2C8-38EC-186C-406DB5BBFC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EB9517-3F80-3145-BDE0-0E7C7A0F8AD2}" type="datetimeFigureOut">
              <a:rPr lang="en-US" smtClean="0"/>
              <a:t>7/13/26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5C824E-7B8C-FBAB-9851-287798AC05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89E4C2-D912-A2B5-F4FE-EC23D27B37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81B747-7A03-794B-BF0D-929170925F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44149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0899466-DFDF-1641-F317-FF38C62301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092D5FE-1B5A-978C-5AC8-48AA8A15AF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EF0B84-4FFE-C8F2-25BC-9BC29FA0E35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CEB9517-3F80-3145-BDE0-0E7C7A0F8AD2}" type="datetimeFigureOut">
              <a:rPr lang="en-US" smtClean="0"/>
              <a:t>7/13/26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24CA80-8AFB-117E-0C36-8BBF20D1AE6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D33BC1-7158-5053-7DA2-0ECC7990B5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081B747-7A03-794B-BF0D-929170925F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96934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E70783A2-7328-267B-EAF9-05B1941A12A8}"/>
              </a:ext>
            </a:extLst>
          </p:cNvPr>
          <p:cNvSpPr/>
          <p:nvPr/>
        </p:nvSpPr>
        <p:spPr>
          <a:xfrm>
            <a:off x="806350" y="2174358"/>
            <a:ext cx="3668233" cy="1254642"/>
          </a:xfrm>
          <a:prstGeom prst="roundRect">
            <a:avLst/>
          </a:prstGeom>
          <a:gradFill>
            <a:gsLst>
              <a:gs pos="0">
                <a:schemeClr val="accent5">
                  <a:lumMod val="40000"/>
                  <a:lumOff val="60000"/>
                </a:schemeClr>
              </a:gs>
              <a:gs pos="50000">
                <a:schemeClr val="accent5">
                  <a:lumMod val="20000"/>
                  <a:lumOff val="8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6A5715F-E2F6-7041-4C63-F3015EABA7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4522" y="2466106"/>
            <a:ext cx="646165" cy="64616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D6C5BC4-820D-5285-33C1-5972E74642C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9013" y="2522721"/>
            <a:ext cx="1202485" cy="44491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38FB770-8DCD-8C1F-5E9C-C845B349D5E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96895" y="2496567"/>
            <a:ext cx="646165" cy="643294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25C6D00-9F02-56D8-141E-7962FC348A8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19617" y="2190893"/>
            <a:ext cx="5466033" cy="1254642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0325E0A-2C1C-AE66-D7B3-CA21D00F997C}"/>
              </a:ext>
            </a:extLst>
          </p:cNvPr>
          <p:cNvPicPr>
            <a:picLocks noChangeAspect="1"/>
          </p:cNvPicPr>
          <p:nvPr/>
        </p:nvPicPr>
        <p:blipFill>
          <a:blip r:embed="rId6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5664244" y="4555152"/>
            <a:ext cx="5466033" cy="1254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11003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864DF94-2B58-4600-9A1A-996BC6223F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959" y="1757218"/>
            <a:ext cx="3340100" cy="2616200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C1017475-D92C-7D27-BD69-20BC102453B6}"/>
              </a:ext>
            </a:extLst>
          </p:cNvPr>
          <p:cNvSpPr/>
          <p:nvPr/>
        </p:nvSpPr>
        <p:spPr>
          <a:xfrm>
            <a:off x="4592782" y="1757218"/>
            <a:ext cx="1735282" cy="322118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PV technology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475513E1-BA86-9517-4750-7CB90DE81851}"/>
              </a:ext>
            </a:extLst>
          </p:cNvPr>
          <p:cNvSpPr/>
          <p:nvPr/>
        </p:nvSpPr>
        <p:spPr>
          <a:xfrm>
            <a:off x="6459682" y="1757218"/>
            <a:ext cx="1735282" cy="322118"/>
          </a:xfrm>
          <a:prstGeom prst="roundRect">
            <a:avLst>
              <a:gd name="adj" fmla="val 50000"/>
            </a:avLst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Study duration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B64C66A4-D02A-4D91-EC3A-D676ED0EB237}"/>
              </a:ext>
            </a:extLst>
          </p:cNvPr>
          <p:cNvSpPr/>
          <p:nvPr/>
        </p:nvSpPr>
        <p:spPr>
          <a:xfrm>
            <a:off x="8326582" y="1757218"/>
            <a:ext cx="983673" cy="322118"/>
          </a:xfrm>
          <a:prstGeom prst="roundRect">
            <a:avLst>
              <a:gd name="adj" fmla="val 50000"/>
            </a:avLst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Fault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F3D742E6-2169-9420-27C2-4062F7D49927}"/>
              </a:ext>
            </a:extLst>
          </p:cNvPr>
          <p:cNvSpPr/>
          <p:nvPr/>
        </p:nvSpPr>
        <p:spPr>
          <a:xfrm>
            <a:off x="9441873" y="1757218"/>
            <a:ext cx="983673" cy="322118"/>
          </a:xfrm>
          <a:prstGeom prst="roundRect">
            <a:avLst>
              <a:gd name="adj" fmla="val 50000"/>
            </a:avLst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xx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17B3D4C-CFE5-B012-8752-CAE7840576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2782" y="2233190"/>
            <a:ext cx="5623791" cy="2140228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1A8615C-BC2B-1420-726E-B0B3F44E0A01}"/>
              </a:ext>
            </a:extLst>
          </p:cNvPr>
          <p:cNvCxnSpPr/>
          <p:nvPr/>
        </p:nvCxnSpPr>
        <p:spPr>
          <a:xfrm>
            <a:off x="4301836" y="1610591"/>
            <a:ext cx="0" cy="2587336"/>
          </a:xfrm>
          <a:prstGeom prst="line">
            <a:avLst/>
          </a:prstGeom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443646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B51167-649F-1F6E-FD0D-716205EE30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ACD900C-67F6-DEFF-B8A5-52503C695E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959" y="1757218"/>
            <a:ext cx="3340100" cy="2616200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93D43386-1389-7F8A-7336-79745162492F}"/>
              </a:ext>
            </a:extLst>
          </p:cNvPr>
          <p:cNvSpPr/>
          <p:nvPr/>
        </p:nvSpPr>
        <p:spPr>
          <a:xfrm>
            <a:off x="4592782" y="1757218"/>
            <a:ext cx="1735282" cy="322118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PV technology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EFAC042C-1946-0373-E39A-2067378C8331}"/>
              </a:ext>
            </a:extLst>
          </p:cNvPr>
          <p:cNvSpPr/>
          <p:nvPr/>
        </p:nvSpPr>
        <p:spPr>
          <a:xfrm>
            <a:off x="6459682" y="1757218"/>
            <a:ext cx="1735282" cy="322118"/>
          </a:xfrm>
          <a:prstGeom prst="roundRect">
            <a:avLst>
              <a:gd name="adj" fmla="val 50000"/>
            </a:avLst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Study duration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EDDBA585-5545-5CCE-3B48-EB57ADCDEF88}"/>
              </a:ext>
            </a:extLst>
          </p:cNvPr>
          <p:cNvSpPr/>
          <p:nvPr/>
        </p:nvSpPr>
        <p:spPr>
          <a:xfrm>
            <a:off x="8326582" y="1757218"/>
            <a:ext cx="983673" cy="322118"/>
          </a:xfrm>
          <a:prstGeom prst="roundRect">
            <a:avLst>
              <a:gd name="adj" fmla="val 50000"/>
            </a:avLst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Fault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8AFAC618-F632-1C5E-0CB4-267A9642BCC4}"/>
              </a:ext>
            </a:extLst>
          </p:cNvPr>
          <p:cNvSpPr/>
          <p:nvPr/>
        </p:nvSpPr>
        <p:spPr>
          <a:xfrm>
            <a:off x="9441873" y="1757218"/>
            <a:ext cx="983673" cy="322118"/>
          </a:xfrm>
          <a:prstGeom prst="roundRect">
            <a:avLst>
              <a:gd name="adj" fmla="val 50000"/>
            </a:avLst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xx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A856BD2-C8C2-966E-1E7F-83F3D72980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2782" y="2233190"/>
            <a:ext cx="5623791" cy="2140228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7C1ACA9-B382-0787-BEE9-82694A141E87}"/>
              </a:ext>
            </a:extLst>
          </p:cNvPr>
          <p:cNvCxnSpPr/>
          <p:nvPr/>
        </p:nvCxnSpPr>
        <p:spPr>
          <a:xfrm>
            <a:off x="4301836" y="1610591"/>
            <a:ext cx="0" cy="2587336"/>
          </a:xfrm>
          <a:prstGeom prst="line">
            <a:avLst/>
          </a:prstGeom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646465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1951</TotalTime>
  <Words>13</Words>
  <Application>Microsoft Macintosh PowerPoint</Application>
  <PresentationFormat>Widescreen</PresentationFormat>
  <Paragraphs>9</Paragraphs>
  <Slides>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baojieli</dc:creator>
  <cp:lastModifiedBy>baojieli</cp:lastModifiedBy>
  <cp:revision>2</cp:revision>
  <dcterms:created xsi:type="dcterms:W3CDTF">2026-05-06T20:05:09Z</dcterms:created>
  <dcterms:modified xsi:type="dcterms:W3CDTF">2026-07-13T17:09:52Z</dcterms:modified>
</cp:coreProperties>
</file>